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22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1 24575,'-13'11'0,"-1"0"0,0-1 0,0 0 0,-1-1 0,-17 7 0,-46 30 0,-13 9 0,62-38 0,-38 26 0,-24 20 0,60-43 0,0 1 0,2 1 0,-36 36 0,55-49 0,1 1 0,1 0 0,0 0 0,0 1 0,1 0 0,-9 19 0,15-26 0,-1 0 0,1 0 0,0 0 0,0 1 0,0-1 0,1 0 0,-1 1 0,1-1 0,0 1 0,1-1 0,-1 0 0,1 1 0,-1-1 0,1 0 0,1 1 0,-1-1 0,0 0 0,1 0 0,0 0 0,0 0 0,0 0 0,1-1 0,4 6 0,2 2 0,2 0 0,-1-1 0,1-1 0,1 0 0,0 0 0,0-1 0,24 11 0,96 37 0,20-9 0,2-5 0,214 28 0,-199-41 0,-26-3 0,0-6 0,183 2 0,-204-21 0,94-4 0,-203 0 0,0 0 0,-1-1 0,1 0 0,-1-1 0,0-1 0,0 0 0,-1 0 0,1-1 0,10-10 0,22-11 0,-20 13 0,-1-1 0,0-2 0,-2 0 0,0-2 0,-1 0 0,-1-1 0,-1-1 0,0 0 0,-2-2 0,15-28 0,-27 43 0,0-1 0,-1 1 0,0-1 0,-1 0 0,0-1 0,0 1 0,-1 0 0,0 0 0,-1-1 0,-1-10 0,1 14 0,-1 0 0,0 0 0,0 0 0,-1 0 0,0 0 0,0 1 0,0-1 0,-1 1 0,0 0 0,0 0 0,-1 0 0,1 0 0,-1 0 0,-1 1 0,-7-9 0,-2 3 0,0 1 0,-1 0 0,0 1 0,-1 0 0,1 1 0,-2 1 0,1 1 0,-1 0 0,0 1 0,-23-4 0,-55-22 0,69 20 0,-46-11 0,-29 5 0,56 10 0,-72-20 0,90 21 0,0 0 0,-1 1 0,-27 0 0,-54-10 0,-28-10 0,75 16 0,-93-28 0,116 27 0,0 1 0,-64-4 0,-18-5 0,110 15 5,0 0 1,0-1-1,-17-9 0,4 1-1391,7 6-5440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26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717 1 24575,'-16'0'0,"-175"7"0,168-4 0,-1 1 0,1 1 0,-1 1 0,1 1 0,-43 20 0,41-15 0,6-4 0,1 1 0,0 1 0,0 1 0,1 1 0,0 0 0,-19 18 0,20-13 0,0 0 0,2 2 0,0-1 0,1 2 0,1-1 0,0 2 0,2 0 0,0 0 0,2 0 0,0 1 0,1 1 0,2-1 0,0 1 0,1 0 0,2 0 0,0 1 0,3 42 0,-1-62 0,1 1 0,0-1 0,1 0 0,-1 0 0,1 0 0,0 0 0,0 0 0,0 0 0,0 0 0,1-1 0,-1 1 0,1-1 0,0 1 0,0-1 0,4 3 0,8 6 0,0-1 0,24 13 0,23 17 0,-45-28 0,0-1 0,1-1 0,0 0 0,30 12 0,-16-8 0,17 6 0,1-3 0,1-1 0,1-3 0,85 12 0,-81-19 0,111-3 0,-107-4 0,92 10 0,-82-1 0,0-3 0,0-2 0,81-8 0,-139 2 0,1 0 0,0-1 0,-1-1 0,1 0 0,-1-1 0,0 0 0,-1-1 0,1 0 0,-1-1 0,0 0 0,-1-1 0,0 0 0,18-18 0,6-12 0,-2 0 0,34-52 0,-48 64 0,-12 18 0,-1 0 0,0 0 0,0-1 0,-1 0 0,0 0 0,-1 0 0,0 0 0,0-1 0,-1 1 0,0-1 0,-1 0 0,0 1 0,0-1 0,-2-17 0,0 19 0,-1 0 0,1-1 0,-2 1 0,1 1 0,-1-1 0,-1 0 0,1 1 0,-1-1 0,-1 1 0,1 0 0,-1 0 0,0 1 0,-1-1 0,1 1 0,-1 1 0,-1-1 0,-11-8 0,-13-5 0,-2 2 0,0 1 0,-1 1 0,-1 2 0,-55-13 0,39 11 0,-90-39 0,85 29 0,-1 1 0,0 4 0,-110-25 0,115 37 0,29 5 0,0-2 0,-33-9 0,3-2 0,-1 2 0,-83-10 0,89 20-526,-61 3-1,102 1 215,-15 1-6514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31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88 848 24575,'63'-16'0,"124"-6"0,62-9 0,-166 22 0,0 3 0,129 8 0,-68 1 0,70-19 0,-88 4 0,-7 2 0,161-6 0,1071 17 0,-1272 3 0,83 14 0,-91-8 0,-64-10 0,188 25 0,212-2 0,-154-6 0,-156-8 0,11 3 0,-45-4 0,64-1 0,512-8 0,-624 1 0,0-2 0,0 1 0,0-2 0,0 0 0,0-1 0,-1 0 0,1-1 0,-1-1 0,0 0 0,20-13 0,-13 5 0,0-1 0,-1-1 0,-1-1 0,0 0 0,24-31 0,-29 31 0,-1-1 0,-1 0 0,-1 0 0,-1-1 0,0 0 0,12-38 0,-21 53 0,0 0 0,0 0 0,-1-1 0,0 1 0,0-1 0,0 1 0,0 0 0,-1-1 0,1 1 0,-1 0 0,0-1 0,-1 1 0,1 0 0,-1 0 0,1 0 0,-1 0 0,-1 0 0,1 1 0,0-1 0,-1 1 0,0-1 0,0 1 0,0 0 0,0 0 0,0 0 0,-6-4 0,-10-5 0,0 0 0,0 1 0,-1 2 0,-23-10 0,15 8 0,-65-26 0,-1 4 0,-173-37 0,-206-29 0,387 81 0,31 6 0,0 2 0,-99-4 0,-70 1 0,-14 0 0,-781 14 0,822 13 0,28-2 0,-184 16 0,-48-1 0,318-22 0,0 2 0,-83 20 0,-58 7 0,-57-12 0,200-11 0,-12 2 0,-117 0 0,181-11 0,1 1 0,-1 2 0,-46 12 0,-17 4 0,48-14 0,-4 0 0,-52 15 0,95-21 0,0 1 0,0 0 0,1 0 0,-1 1 0,1-1 0,0 1 0,0 0 0,0 0 0,0 0 0,0 1 0,0-1 0,1 1 0,0 0 0,0 0 0,0 0 0,0 0 0,1 1 0,-1-1 0,1 1 0,0 0 0,1-1 0,-1 1 0,1 0 0,-1 8 0,-1 11 0,1 0 0,1 0 0,1 0 0,4 26 0,-1 10 0,-3-48 0,-1 4 0,1 0 0,0 0 0,2 0 0,-1 0 0,2 0 0,0 0 0,1 0 0,1-1 0,0 0 0,11 22 0,20 26-1365,-24-47-5461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34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1637 291 24575,'-75'-4'0,"-120"-21"0,25 1 0,-205-34 0,257 36 0,-221-47 0,241 53 0,74 14 0,0-1 0,0-2 0,1 0 0,0-2 0,-35-14 0,45 15-341,0 1 0,0 0-1,-17-4 1,9 5-6485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35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609 1 24575,'-24'1'0,"-1"2"0,1 0 0,0 2 0,0 1 0,0 0 0,-24 11 0,16-6 0,-37 13 0,-115 33 0,169-54 0,4-1 0,0 0 0,0 1 0,0 1 0,0-1 0,-17 10 0,25-11 0,1-1 0,0 1 0,-1 0 0,1 0 0,0 0 0,0 0 0,0 1 0,0-1 0,1 0 0,-1 1 0,0-1 0,1 1 0,0 0 0,0-1 0,0 1 0,0 0 0,0 0 0,0 0 0,1-1 0,-1 1 0,1 0 0,0 0 0,0 0 0,0 0 0,0 0 0,1 0 0,0 3 0,3 17 20,1 0-1,1 0 0,1 0 1,2-1-1,11 24 1,65 101-1391,-82-143 1260,7 13-6715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37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4697 303 24575,'-4'-1'0,"1"0"0,0-1 0,0 1 0,-1-1 0,1 0 0,0 0 0,1 0 0,-1-1 0,0 1 0,-3-5 0,-14-9 0,4 7 0,-2 0 0,1 2 0,-1 0 0,0 1 0,-26-6 0,-100-11 0,72 13 0,-23-6 0,-189-4 0,-1436 23 0,960-4 0,541-10 0,-272-47 0,483 57 0,-49-4 0,-89 2 0,-8 0 0,126 0 0,0-2 0,-41-13 0,46 11 0,-1 1 0,0 1 0,-48-4 0,54 9-83,-38-5-1199,40 0-5544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38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28 24575,'-215'-13'0,"26"-1"0,185 14 0,0 0 0,0 0 0,0 0 0,0 0 0,0 1 0,0-1 0,0 1 0,1 0 0,-1 0 0,0 1 0,0-1 0,1 1 0,-1 0 0,1 0 0,-1 0 0,1 0 0,0 1 0,0-1 0,-4 4 0,5-1 0,-1-1 0,1 0 0,-1 1 0,1-1 0,0 1 0,1 0 0,-1 0 0,1 0 0,0 0 0,0 0 0,1 0 0,-1 0 0,1 0 0,0 0 0,1 6 0,3 22 0,0 1 0,3-1 0,0 0 0,3-1 0,0 0 0,24 48 0,107 177 0,-115-215 0,-24-37-97,1-1-1,0 1 1,0 0-1,0-1 1,0 0-1,1 0 1,-1 0-1,1 0 1,0 0-1,1-1 1,-1 0-1,1 0 0,7 4 1,5-2-6729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40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4893 24575,'43'-48'0,"-2"-2"0,39-63 0,-17 23 0,259-368 0,35-41 0,335-451 0,-209 299 0,78-101 0,-216 242 0,-22 79 0,-128 186 0,-143 172-1365,-35 51-5461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3:41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24575,'198'17'0,"-88"-5"0,-107-12 0,0 0 0,0 1 0,0-1 0,0 1 0,0 0 0,0 0 0,-1 0 0,1 0 0,0 0 0,-1 1 0,1-1 0,-1 1 0,1-1 0,-1 1 0,0 0 0,0 0 0,0 0 0,4 5 0,-4-3 0,1 1 0,-1-1 0,0 1 0,0-1 0,-1 1 0,1 0 0,-1 0 0,0 0 0,0 0 0,0 7 0,-1 3 0,0 0 0,-1 0 0,-1 1 0,-1-1 0,0 0 0,-8 23 0,-94 212-1365,94-220-5461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5:25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274 690 24575,'13'1'0,"0"1"0,-1 0 0,1 1 0,-1 0 0,19 9 0,26 6 0,149 22 0,-26 15 0,-21-5 0,199 17 0,-285-56 0,-27-4 0,79 2 0,14-8 0,123-4 0,-149-9 0,39-1 0,-81 9 0,100-18 0,-100 11 0,105-3 0,-119 14 0,50 0 0,114-15 0,46-15 0,-219 26 0,1 1 0,61 5 0,60-3 0,-23-24 0,-119 21 0,0-3 0,0 0 0,0-1 0,-1-2 0,-1-1 0,0-1 0,0-1 0,37-26 0,-54 32 0,0-1 0,0 0 0,-1 0 0,0 0 0,-1-1 0,9-13 0,-13 18 0,-1 0 0,0 0 0,0 1 0,-1-1 0,1-1 0,-1 1 0,0 0 0,0 0 0,0 0 0,0-1 0,-1 1 0,0 0 0,0-1 0,0 1 0,0 0 0,-1 0 0,1-1 0,-1 1 0,0 0 0,-2-5 0,1 6 0,0-1 0,-1 1 0,1 0 0,-1 0 0,1 0 0,-1 1 0,0-1 0,0 1 0,0-1 0,-1 1 0,1 0 0,-1 0 0,1 0 0,-7-2 0,-57-18 0,58 20 0,-28-10 0,1-2 0,-52-28 0,-38-16 0,-10 8 0,-283-95 0,305 112 0,-205-33 0,182 42 0,77 12 0,-1 3 0,-71-2 0,65 10 0,-317 5 0,311 3 0,-138 34 0,111-18 0,-57 22 0,59-14 0,-328 80 0,353-92 0,50-12 0,-1 0 0,0-2 0,-39 4 0,-227 15 0,133 3 0,135-25 0,1 1 0,0 2 0,0 0 0,0 1 0,1 0 0,0 2 0,-29 15 0,39-15 0,0 1 0,0-1 0,0 1 0,1 1 0,-13 18 0,18-23 0,1 0 0,-1 0 0,1 0 0,0 0 0,1 0 0,-1 0 0,1 1 0,0 0 0,0-1 0,1 1 0,0 0 0,0 0 0,0 0 0,1 9 0,0-13 0,1 0 0,0 0 0,0 0 0,0 0 0,1 0 0,-1 0 0,0 0 0,1 0 0,-1-1 0,1 1 0,0-1 0,0 1 0,-1-1 0,1 1 0,0-1 0,0 0 0,0 0 0,0 0 0,0 0 0,1 0 0,-1-1 0,4 2 0,61 10 0,-46-9 0,98 9-1365,-97-6-5461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5:28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743 10 24575,'1'0'0,"-1"0"0,0 0 0,1 0 0,-1 0 0,0 0 0,1 0 0,-1 0 0,0 0 0,1 0 0,-1 0 0,0-1 0,1 1 0,-1 0 0,0 0 0,1 0 0,-1 0 0,0 0 0,0-1 0,1 1 0,-1 0 0,0 0 0,0-1 0,1 1 0,-1 0 0,0 0 0,0-1 0,1 1 0,-1 0 0,0 0 0,0-1 0,0 1 0,0 0 0,0-1 0,1 1 0,-1 0 0,0-1 0,-1 1 0,1-1 0,0 1 0,-1 0 0,1 0 0,-1 0 0,1-1 0,-1 1 0,1 0 0,0 0 0,-1 0 0,1 0 0,-1 0 0,1 0 0,-1 0 0,1 0 0,-1 0 0,1 0 0,0 0 0,-1 0 0,1 0 0,-1 1 0,1-1 0,-1 0 0,1 0 0,0 0 0,-1 1 0,1-1 0,-1 0 0,1 0 0,0 1 0,-1-1 0,1 0 0,0 1 0,0-1 0,-1 0 0,1 2 0,-30 21 0,2 2 0,1 1 0,-29 35 0,-66 96 0,80-100 0,-5 10 0,4 2 0,2 2 0,-36 89 0,-25 62 0,-3 86 0,98-272 0,2 1 0,1 0 0,2 0 0,6 69 0,-1-11 0,-3 1583 0,13-1500 0,0-15 0,14 179 0,-9-173 0,-10 308 0,-11-275 0,3 1073 0,13-1009 0,0-5 0,-14 557-1365,1-797-5461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5:29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24575,'3'34'0,"1"0"0,1 0 0,13 41 0,-16-67 0,0 1 0,0-1 0,1 0 0,1 0 0,-1-1 0,1 1 0,7 9 0,-10-16 0,0 1 0,1-1 0,-1 1 0,0-1 0,1 0 0,-1 1 0,1-1 0,-1 0 0,1 0 0,0 0 0,-1 0 0,1-1 0,0 1 0,0 0 0,0-1 0,-1 1 0,1-1 0,0 0 0,0 1 0,0-1 0,0 0 0,0 0 0,0 0 0,0-1 0,0 1 0,-1 0 0,1-1 0,0 1 0,0-1 0,0 1 0,0-1 0,-1 0 0,1 0 0,0 0 0,-1 0 0,1 0 0,2-2 0,21-18 0,-1-2 0,-1 0 0,-1-1 0,35-52 0,40-52-1365,-85 114-5461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5:30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24575,'-4'0'0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5:35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24575,'-4'0'0,"-6"0"0,-1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7:54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844 155 24575,'-35'3'0,"0"1"0,0 2 0,0 1 0,1 2 0,0 1 0,0 2 0,-37 18 0,-20 0 0,68-24 0,1 1 0,-1 0 0,-34 19 0,-196 134 0,248-155 0,0 0 0,0 0 0,0 0 0,1 1 0,-1 0 0,1 0 0,1 0 0,-1 0 0,1 0 0,0 1 0,0-1 0,1 1 0,0 0 0,0 0 0,1 0 0,0 0 0,-1 10 0,0 13 0,2 1 0,4 48 0,-3-78 0,-1 8 0,2-1 0,-1 0 0,1 1 0,0-1 0,1 0 0,0 0 0,0-1 0,1 1 0,0-1 0,0 1 0,1-1 0,0 0 0,0-1 0,1 1 0,-1-1 0,1 0 0,11 8 0,-4-6 0,0 0 0,0 0 0,0-1 0,1-1 0,0 0 0,0-1 0,1-1 0,28 6 0,68 17 0,-77-17 0,2-1 0,44 4 0,62 9 0,-86-11 0,59 3 0,230 24 0,86 3 0,-154-29 0,27 1 0,-101-11 0,195-6 0,-359-1 0,-1-1 0,0-2 0,41-15 0,36-7 0,-82 21 0,58-23 0,-7 1 0,-44 16 0,0-2 0,56-32 0,-9 3 0,-65 33 0,0-2 0,-1 0 0,0-2 0,-1 0 0,-1-1 0,27-34 0,-3 6 0,32-55 0,-65 87 0,0-1 0,-1 1 0,-1-2 0,0 1 0,-1-1 0,0-1 0,-1 1 0,-1-1 0,3-19 0,-7 29 0,0 1 0,0-1 0,0 1 0,-1-1 0,0 0 0,0 1 0,-1-1 0,1 1 0,-1-1 0,-1 1 0,0-1 0,1 1 0,-2 0 0,-4-11 0,2 11 0,0-1 0,0 2 0,0-1 0,0 1 0,-1 0 0,0 0 0,0 0 0,0 1 0,-1 0 0,1 0 0,-1 1 0,-12-5 0,12 5 0,-23-11 0,1 2 0,-2 1 0,0 2 0,0 0 0,-54-6 0,-342-33 0,18 20 0,-223-23 0,-296 23 0,647 30 0,251-1 0,-1 1 0,1 2 0,0 1 0,1 1 0,-49 17 0,74-21 0,1-1 0,-1 1 0,1 0 0,0 0 0,0 0 0,-1 1 0,2-1 0,-1 1 0,0 0 0,0 0 0,1 0 0,-1 0 0,1 0 0,0 1 0,-2 3 0,-23 61 0,8-17 0,9-27-1365,0-3-5461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7:57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1 890 24575,'13'-1'0,"0"0"0,0-2 0,19-4 0,19-4 0,332-64 0,-377 74 0,240-57 0,261-52 0,-75 55 0,118-20 0,-176 24 0,-47 10 0,-211 22 0,54-9 0,175-53 0,-179 37 0,2 8 0,213-20 0,-301 48 0,-6 2 0,89-20 0,2 0 0,-111 20 0,74-17 0,-90 15 0,73-5 0,-19 3 0,20 0-1365,-90 9-5461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7:58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24575,'73'-1'0,"83"3"0,-154-2 0,0 0 0,0 0 0,1 1 0,-1-1 0,0 1 0,0-1 0,0 1 0,0 0 0,0 0 0,0 0 0,0 0 0,0 0 0,0 0 0,0 0 0,0 1 0,0-1 0,-1 1 0,1-1 0,-1 1 0,1 0 0,-1 0 0,0 0 0,3 3 0,-3-1 0,0 0 0,0 1 0,0-1 0,-1 0 0,1 0 0,-1 1 0,0-1 0,0 0 0,0 0 0,-1 1 0,-1 7 0,-3 4 0,0 1 0,-1-1 0,0 0 0,-2-1 0,-10 19 0,-18 19 38,-18 32-1441,46-68-5423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9:58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24575,'3074'0'-1365,"-3052"0"-5461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0:06.5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24521,'0'907'0,"1277"-907"0,-1277-907 0,-1277 907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0:41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1668 0 24575,'-56'4'0,"0"2"0,0 2 0,1 4 0,-59 18 0,39-10 0,-247 75 0,158-44 0,102-29 0,-68 35 0,128-57 0,-54 23 0,-86 23 0,71-25 0,-29 15 0,57-19 0,-82 20 0,103-32-1365,6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0:42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0 24575,'-4'2'0,"1"-1"0,-1 0 0,1 1 0,0 0 0,0 0 0,0 0 0,0 0 0,0 0 0,0 0 0,0 1 0,1 0 0,-1-1 0,-2 6 0,-10 7 0,-175 148 0,188-161 0,0 0 0,1 0 0,0 0 0,-1 0 0,1 0 0,0 0 0,0 0 0,0 1 0,1-1 0,-1 0 0,0 1 0,1-1 0,-1 0 0,1 1 0,0-1 0,0 1 0,0-1 0,0 0 0,0 1 0,1-1 0,-1 1 0,1-1 0,0 0 0,-1 1 0,1-1 0,0 0 0,0 0 0,0 0 0,1 0 0,1 4 0,7 8 0,-1-1 0,2 0 0,15 17 0,-17-21 0,41 42-1365,-32-31-5461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23.8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24500,'0'737'0,"1506"-737"0,-1506-737 0,-1506 737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14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1664 1 24575,'-1322'0'0,"1292"1"0,-55 11 0,54-7 0,-52 3 0,57-8-66,15-1-194,0 1 0,0 0 0,0 1 1,-15 3-1,9 1-6566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16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24575,'0'5'0,"0"5"0,0 5 0,0 5 0,0 3 0,0 2 0,0 2 0,0-1 0,0 0 0,0 1 0,0-1 0,0 0 0,0-1 0,0 1 0,0-5-8191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30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24575,'-2'1'0,"1"-1"0,-1 1 0,1-1 0,-1 1 0,1 0 0,0 0 0,-1 0 0,1 0 0,0 0 0,0 0 0,0 0 0,0 0 0,0 1 0,0-1 0,0 0 0,0 1 0,0-1 0,1 0 0,-1 1 0,0-1 0,0 3 0,-14 40 0,12-34 0,-32 115 0,6 1 0,-20 190 0,35-212 0,-20 335 48,33 2-309,2-215-891,-1-204-5674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32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0 214 24575,'3'2'0,"0"0"0,0 0 0,0 0 0,0 1 0,0-1 0,-1 1 0,1 0 0,-1 0 0,0 0 0,0 0 0,0 0 0,2 5 0,6 6 0,16 24 0,-21-28 0,1-1 0,0-1 0,1 1 0,-1-1 0,1 0 0,13 11 0,-18-18 0,0 0 0,0 0 0,1 0 0,-1 1 0,0-2 0,1 1 0,-1 0 0,1-1 0,-1 1 0,1-1 0,-1 1 0,1-1 0,-1 0 0,1 0 0,-1 0 0,1-1 0,-1 1 0,1-1 0,-1 1 0,1-1 0,-1 0 0,0 0 0,1 0 0,-1 0 0,0 0 0,0-1 0,0 1 0,0 0 0,0-1 0,0 0 0,0 1 0,3-5 0,20-21 17,-1-1-1,-1-1 1,-1-2 0,-2 0-1,21-43 1,37-55-1482,-69 116-5361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5:49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867 105 24575,'-8'-1'0,"0"0"0,1 0 0,-1-1 0,-13-4 0,-26-6 0,-325 7 0,201 8 0,165-3 0,1 0 0,-1 0 0,1 1 0,-1 0 0,1 0 0,-1 1 0,1-1 0,0 1 0,0 0 0,0 0 0,0 1 0,0 0 0,0 0 0,1 0 0,-1 0 0,1 1 0,0-1 0,0 1 0,0 0 0,1 0 0,-1 1 0,-4 7 0,-2 7 0,1 1 0,0 0 0,2 1 0,-9 33 0,-10 29 0,19-67 0,1 0 0,1 0 0,0 0 0,2 1 0,0 0 0,0 0 0,2 0 0,0 24 0,2-33 0,-1-1 0,1 1 0,0-1 0,1 1 0,0-1 0,0 0 0,1 1 0,0-1 0,0 0 0,0-1 0,1 1 0,0-1 0,1 1 0,-1-1 0,1 0 0,0-1 0,1 1 0,-1-1 0,1 0 0,11 7 0,80 42 0,3-5 0,1-4 0,2-5 0,178 45 0,-2-9 0,685 163 0,-851-223 0,1-4 0,170-6 0,47 7 0,-2-1 0,-298-12 0,-1-2 0,1-1 0,-1-2 0,0-1 0,-1-1 0,1-1 0,-1-2 0,-1-1 0,0-1 0,0-2 0,-2 0 0,0-2 0,0-1 0,-1-1 0,30-29 0,-42 35 0,-1-1 0,-1-1 0,0 0 0,0 0 0,-2-1 0,0 0 0,0-1 0,-2 0 0,0 0 0,-1-1 0,0 0 0,-1 0 0,-1 0 0,-1 0 0,-1-1 0,1-25 0,0-332 0,-6 188 0,3 179 0,1 1 0,-2 0 0,1 0 0,-1 0 0,0 1 0,-1-1 0,1 0 0,-1 0 0,-4-8 0,4 12 0,-1-1 0,0 1 0,1 0 0,-1 0 0,0 0 0,0 0 0,-1 0 0,1 1 0,-1 0 0,1-1 0,-1 1 0,0 1 0,0-1 0,0 0 0,0 1 0,0 0 0,-5-1 0,-69-15 0,-108-10 0,30 6 0,-70-5 0,10 2 0,189 20 0,-73-13 0,-183-6 0,-60 21 0,-325 6 0,512 9 0,-49 0 0,144-11 0,-117 22 0,112-13 0,-88 3 0,128-12 34,-1 2-1,1 0 1,-36 11-1,29-6-783,-43 5 1,56-12-6077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5:51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1868 1 24575,'-3'1'0,"0"1"0,-1-1 0,1 1 0,0 0 0,0 0 0,0 0 0,1 1 0,-1-1 0,0 1 0,1-1 0,0 1 0,-4 6 0,-4 3 0,-1153 1131 0,1092-1077 0,-61 58 0,-285 205 0,398-315-1365,4-2-5461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5:52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 24575,'-138'159'0,"63"-69"0,74-88 0,-1-1 0,0 1 0,1 0 0,-1-1 0,1 1 0,0 0 0,-1 0 0,1 0 0,0 0 0,0 0 0,0 0 0,0 1 0,1-1 0,-1 0 0,1 0 0,-1 1 0,1-1 0,0 0 0,-1 1 0,1-1 0,1 0 0,-1 0 0,0 1 0,0-1 0,1 0 0,0 1 0,1 3 0,2-1 0,0 1 0,0-1 0,1-1 0,0 1 0,0-1 0,0 1 0,0-1 0,12 6 0,180 114-1365,-181-114-5461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5:05.3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 24575,'17'-1'0,"1"-1"0,30-8 0,19-1 0,76 7 0,177 18 0,-47 0 0,610-12 0,-427-4 0,-424 0 0,56-10 0,-54 6 0,43-1 0,141 7-1365,-196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5:11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1 856 24575,'54'-60'0,"75"-106"0,-36 41 0,-65 89 0,30-38 0,2 1 0,4 4 0,74-62 0,3 21-1365,-125 98-5461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5:11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0 228 24575,'1'-2'0,"-1"1"0,1 0 0,-1 0 0,1 0 0,0 0 0,-1 0 0,1 0 0,0 0 0,0 0 0,0 0 0,0 0 0,0 0 0,0 1 0,0-1 0,0 0 0,0 0 0,0 1 0,0-1 0,0 1 0,2-1 0,32-12 0,-26 10 0,171-54 0,274-48 0,-378 89 0,-58 12 0,-4 1 0,-1 0 0,1 1 0,-1 0 0,1 1 0,17 1 0,-29 0 0,1 0 0,-1 1 0,0-1 0,0 1 0,1-1 0,-1 1 0,0 0 0,0 0 0,0 0 0,0 0 0,0 0 0,0 0 0,0 1 0,0-1 0,0 1 0,-1-1 0,1 1 0,0-1 0,-1 1 0,0 0 0,1 0 0,-1 0 0,0 0 0,0 0 0,0 0 0,0 0 0,0 1 0,0-1 0,-1 0 0,1 0 0,-1 1 0,0-1 0,0 0 0,1 0 0,-2 1 0,1-1 0,0 3 0,-2 16 34,-1 0-1,-1-1 0,-8 30 1,-7 34-1533,16-64-5327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6:18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 24575,'0'6'0,"-1"0"0,0 0 0,0 1 0,-1-1 0,0 0 0,0 0 0,0 0 0,-1-1 0,-5 11 0,-39 51 0,15-23 0,-27 40 0,48-69 0,1 0 0,0 1 0,1 0 0,1 0 0,0 1 0,1 0 0,1 0 0,-3 19 0,0 2 0,2-1 0,-3 72 0,-4 39 0,0 38 0,14-160 0,2 0 0,0-1 0,11 47 0,0-11 0,-9-40 0,0 0 0,1 0 0,1 0 0,1-1 0,1 1 0,1-2 0,20 34 0,-13-28-455,0 1 0,11 28 0,-18-35-6371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6:27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531 189 24575,'157'-7'0,"209"-37"0,50-4 0,887-29 0,9 65 0,-779 15 0,64-6 0,645 6 0,-525 73 0,-360-27 0,-228-35 0,13 0 0,-1 6 0,189 52 0,-305-65 0,100 36 0,-111-36 0,1 0 0,-2 1 0,1 0 0,-1 1 0,-1 0 0,18 17 0,-29-24 0,41 37 0,-3 3 0,-1 1 0,38 57 0,-66-79 0,0 0 0,-2 1 0,-1 0 0,0 0 0,4 29 0,0-3 0,-2-10 0,-3 1 0,-1 1 0,-2-1 0,-2 46 0,-19 159 0,14-210 0,-11 61 0,-4-1 0,-4-1 0,-65 164 0,76-227 0,-1-1 0,-2 0 0,-1 0 0,-2-2 0,0 0 0,-36 39 0,21-31 0,-2-2 0,-1-2 0,-74 51 0,-7-14 0,-2-5 0,-153 57 0,238-106 0,-65 25 0,-2-5 0,-1-5 0,-1-3 0,-1-6 0,-2-4 0,-137 4 0,-679 2 0,690-18 0,-148 8 0,-173 2 0,-416-15 0,800 15 0,112-7 0,-59-1 0,-679-7 0,770 0 0,0-2 0,-35-7 0,-9-2 0,-2 0 0,-82-25 0,71 15 0,-19 7 0,28 5 0,29 4 0,-56-1 0,57 6 0,-62-11 0,59 6 0,1 2 0,-75 2 0,71 3 0,0-2 0,-52-8 0,34 1 0,-1 4 0,-77 3 0,-65-3 0,169-2 0,-1-2 0,-46-15 0,33 8 0,11 4 0,2 1 0,0 0 0,1-3 0,1-2 0,0-1 0,-70-40 0,83 38 0,2 0 0,-29-26 0,44 34 0,2 1 0,-1-1 0,1 0 0,1-1 0,0 0 0,1 0 0,0 0 0,-6-17 0,-7-25 0,2-1 0,3-1 0,2-1 0,3 0 0,2 0 0,2-1 0,7-109 0,8 93 0,3 0 0,4 1 0,3 0 0,30-70 0,-15 40 0,-18 57 0,3 2 0,26-44 0,0 0 0,45-76 0,11-25 0,-63 122 0,-30 53 0,0-2 0,-1 1 0,13-31 0,-14 28-2,1 1-1,0-1 1,14-19-1,-2 4-1352,-12 17-5471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6:29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1 584 24575,'1'-3'0,"1"0"0,-1 1 0,1-1 0,0 1 0,0-1 0,0 1 0,0 0 0,1-1 0,-1 1 0,0 0 0,1 1 0,0-1 0,-1 0 0,1 1 0,0 0 0,0-1 0,4 0 0,1-2 0,85-39 0,157-50 0,-206 78 0,81-17 0,-22 7 0,58-14 0,201-24 0,-349 61 0,129-15 0,66-11 0,158-43 0,-236 46 0,-68 15 0,105-32 0,-163 41-136,-1-1-1,1 1 1,-1-1-1,0 0 1,1 0-1,-1 0 1,0 0-1,0 0 0,4-5 1,3-6-6690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6:30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24575,'9'1'0,"0"0"0,0 1 0,0 0 0,0 1 0,0 0 0,13 6 0,30 10 0,18-10 0,0-2 0,0-4 0,83-5 0,-38-1 0,35 1 0,182 3 0,-330-1 0,0 0 0,-1 0 0,1 0 0,0 0 0,0 0 0,0 0 0,0 0 0,0 0 0,-1 1 0,1-1 0,0 1 0,0-1 0,0 1 0,-1 0 0,1 0 0,-1-1 0,1 1 0,0 0 0,-1 1 0,1-1 0,-1 0 0,0 0 0,1 1 0,-1-1 0,0 1 0,0-1 0,0 1 0,1 1 0,-2 0 0,0 0 0,-1 0 0,1 0 0,-1 0 0,1 0 0,-1-1 0,0 1 0,0 0 0,-1 0 0,1-1 0,0 1 0,-1-1 0,1 1 0,-1-1 0,0 0 0,-4 4 0,-21 25 0,-2-2 0,-35 26 0,-38 40 0,87-79-1365,1-4-5461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53:25.4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24575,'1854'0'-1365,"-1832"0"-5461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53:27.8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13431 2836 24575,'-2'-52'0,"-2"0"0,-3 0 0,-2 1 0,-2 0 0,-2 0 0,-33-82 0,-5 19 0,-107-178 0,125 242 0,-2 1 0,-1 2 0,-68-66 0,-145-113 0,186 171 0,-100-79 0,-6 7 0,-305-173 0,-413-130 0,664 342 0,-3 10 0,-4 10 0,-282-45 0,188 64 0,-592-11 0,-95 65 0,117 52 0,-3 52 0,296-32 0,-334 93 0,691-107 0,-153 37 0,-96 32 0,222-54 0,253-73 0,-150 40 0,-186 77 0,346-119 0,-296 134 0,236-101 0,2 2 0,-83 64 0,9 10 0,-188 193 0,239-208 0,4 4 0,-125 195 0,38-6 0,133-214 0,-58 156 0,76-180 0,-2 0 0,-38 61 0,-29 66 0,56-106 47,-85 134-1,31-59-1504,76-127-5368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53:31.0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166 907 24388,'799'-315'0,"-1764"-277"0,1131 1499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8:20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1185 24575,'0'-18'0,"-1"-3"0,1 0 0,1-1 0,1 1 0,0 0 0,2 0 0,0 0 0,11-30 0,16-14 0,2 2 0,43-61 0,-9 17 0,-3 5 0,130-156 0,-169 231 0,1 1 0,1 2 0,38-27 0,32-28 0,-55 47-1365,-23 22-5461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8:21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1 102 24575,'5'-1'0,"1"0"0,0-1 0,-1 0 0,1-1 0,-1 1 0,0-1 0,0 0 0,7-5 0,8-4 0,0 2 0,-3 1 0,-1 0 0,1 2 0,0 0 0,1 1 0,0 0 0,27-4 0,-42 10 0,-1 0 0,0 0 0,0 0 0,0 1 0,0-1 0,0 1 0,0-1 0,0 1 0,0 0 0,0 0 0,-1-1 0,1 1 0,0 1 0,0-1 0,-1 0 0,1 0 0,-1 1 0,1-1 0,-1 1 0,1-1 0,-1 1 0,0-1 0,0 1 0,0 0 0,0 0 0,0 0 0,0-1 0,0 1 0,-1 0 0,1 0 0,0 0 0,-1 0 0,0 0 0,1 4 0,1 10 0,-1-1 0,-1 1 0,-1 25 0,0-24 0,-2 145-1365,3-139-5461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08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1665 110 24575,'-9'-1'0,"1"0"0,0-1 0,-1 1 0,-15-7 0,-24-3 0,25 7 0,0-1 0,-41-14 0,-19-4 0,-95-3 0,87 18 0,-153 8 0,102 3 0,-546-3-1365,666 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0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0 24575,'-6'2'0,"0"0"0,1 1 0,-1 0 0,1 0 0,0 0 0,0 1 0,0-1 0,0 1 0,1 0 0,0 1 0,0-1 0,-7 10 0,-1-1 0,-34 23 0,37-31 0,0 1 0,1 0 0,0 0 0,1 1 0,-14 15 0,19-20 0,1 0 0,0 0 0,-1 0 0,1 1 0,1-1 0,-1 0 0,0 1 0,0-1 0,1 0 0,-1 1 0,1-1 0,0 1 0,0-1 0,0 1 0,0-1 0,0 1 0,1-1 0,-1 1 0,1-1 0,-1 0 0,1 1 0,0-1 0,0 0 0,0 1 0,0-1 0,0 0 0,1 0 0,-1 0 0,3 2 0,6 8 15,0-1 0,1 0 0,0 0-1,1-1 1,1-1 0,-1 0 0,1-1 0,14 7-1,-9-5-388,-1 0-1,0 1 1,25 23-1,-28-20-6451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2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24575,'48'0'0,"0"-2"0,68-12 0,-48 0 0,1 3 0,113-2 0,814 14-1365,-965-1-5461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3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24575,'98'0'0,"118"-16"0,-93 5 0,211 9 0,-167 5 0,732-3-1365,-862 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4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24575,'5'0'0,"5"0"0,11 0 0,6 0 0,2 0 0,2 0 0,4 0 0,10 0 0,10 0 0,5 0 0,2 0 0,-2 0 0,-1 0 0,-2 0 0,-6 0 0,-7 0 0,-7 0 0,-9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6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24575,'0'4'0,"0"11"0,0 12 0,0 6 0,0 1 0,0 4 0,0 1 0,0-3 0,0 2 0,4-5 0,2-4 0,0-3 0,-2-5-8191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7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24575,'0'4'0,"0"7"0,0 5 0,0 5 0,0 3 0,0 2 0,0 1 0,0 1 0,0-1 0,0-4-8191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19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24575,'1'7'0,"0"0"0,1 0 0,0 0 0,0 0 0,3 7 0,4 13 0,8 33 0,3 0 0,28 58 0,-39-100-455,1 0 0,23 31 0,-23-37-6371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0:23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24575,'1'0'0,"0"1"0,0-1 0,0 1 0,0-1 0,0 1 0,0 0 0,1-1 0,-2 1 0,1 0 0,0 0 0,0 0 0,0 0 0,0 0 0,0 0 0,-1 0 0,1 0 0,0 0 0,-1 0 0,1 0 0,-1 1 0,1 1 0,12 36 0,-8-23 0,94 224 0,-80-200 0,-12-28 0,-1 0 0,-1 0 0,6 21 0,2 6-1365,-7-22-5461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76D65-1775-4DBB-A3A5-2CB2CC8A4C63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4F905-6F28-4FCC-8AB5-8F43345313B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2935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87301-09D6-F3FF-28D0-C4C95D3CC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994A4A-F1B6-E441-D72E-1BB88A93F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DBFBE-4F8A-FCDD-E755-4AD0E491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26C66-A828-E055-5BD2-52A230A5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40CFB7-118D-AEF3-8A69-6291EF78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3741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A7305-FD27-A5FB-0A52-8B067288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62009A-B62E-D119-2CD7-EDB061C42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A1F87-CABB-9B14-5AB6-481F78DF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D7CBE0-8F5D-BC35-7820-0F082898A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7A8A9-9B1C-087C-43E8-9D4779DF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5798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67B14-7BE4-93EF-E144-5ADBFC5F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5C6AEA-07B7-0CFB-1B4D-F8A0BE08A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0B0804-B50B-AE92-1481-4A1265F6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6032C-3A1F-7788-A791-898CCC42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5A686-8F12-B9A3-B87C-19BA099C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81378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8EDEA-EE3E-3439-3E23-C5472D09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33233F-5714-80D6-E852-660CF3305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A7D9B4-D43D-5C36-1C0D-9E27F91FF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4556F1-540B-5F1B-FF29-63333B59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35619-5E58-005B-D32A-E12B9649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F70BF-E1AE-C0B6-CC3A-C12B1E87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0146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63EBF-DF97-4CA7-7178-3568359F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2B6583-2166-DF45-D3FA-445C8B2F6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BB37C-7B8D-A9BE-8C37-1A194E5A1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282D19-F620-5721-1B93-73F0BF73B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0FBCD8-0A9C-82F3-4F47-D90BC5DC8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9B14C8-7EDD-0364-FF4F-21561129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607F64E-1511-40E1-6CD1-84E772F2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9986BC-539B-DFBF-AAA3-E59585A8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3203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5893C-B72C-5C28-4919-EB75D143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A5798C-9C53-9CD7-33DA-4A7CE4B7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0B06F9-B84E-3F30-4067-7101DA5F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517537-B37F-A7C9-7897-D9971E64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7170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15C14B-8ECE-8662-1519-225C4270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0028A9-0D13-FC0E-2F3A-E5082810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5E8EAA-ED12-1FE9-8D9A-007391EB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88137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EFFA7-2CEA-D46F-AB90-A7E0B45B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A8187-A18E-5BFB-EDF3-0DCC736D8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F600A4-F21C-209C-AB2C-BD3835FDE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EDE190-C83E-701D-979E-5FAF1D90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23C553-49A8-7870-EE6E-23867B3C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84D666-1535-CBA8-44CA-E1D9B04A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7944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E01F5-29BF-8C88-2080-B51CB870E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50D625-DDCB-0E10-61D4-3E4605D4D8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8932DF-8070-73FB-2F56-6620FFEB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1C1ED-4522-1320-20CE-E75C1DA8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8A45A3-0B7A-030A-94B1-BD7240FC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E36B88-2390-4BA1-423E-E5A7B2B4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7513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076F3-954C-F862-4651-87364F9F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8617FC-E0A9-FA25-CF66-E51737945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A9C94-E0BC-E966-2D4F-D42735A8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EA67A-6931-D4F6-7241-D67133412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DC5760-8AC1-BC26-8854-8F044F7F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2952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0F777-7257-FA33-858E-E7BEEB97D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097678-07DA-D74F-63D4-C8D1A54DD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679A8-A9AA-7084-EF0A-3B835F9E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89A7A2-D858-6B13-83F5-06E52B51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5F4EE7-4128-5780-93AF-2D97EE49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727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845D97-1E9C-4F89-09B8-1CB42998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2EF8DA-893A-E3BD-B276-1E0741B4A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3BB96-1B11-4853-B6D3-8040EC431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879C0-5779-45AF-A0A2-FFEFC7AD4206}" type="datetimeFigureOut">
              <a:rPr lang="es-CR" smtClean="0"/>
              <a:t>28/09/2026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79FDC-3929-A330-B890-CA600F34E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8DD8B-4B48-02C2-BF25-23BCB8239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B3217-5E76-491C-9783-07E3AE872C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2503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66" Type="http://schemas.openxmlformats.org/officeDocument/2006/relationships/image" Target="../media/image33.png"/><Relationship Id="rId74" Type="http://schemas.openxmlformats.org/officeDocument/2006/relationships/image" Target="../media/image37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7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38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45.xml"/><Relationship Id="rId18" Type="http://schemas.openxmlformats.org/officeDocument/2006/relationships/image" Target="../media/image50.png"/><Relationship Id="rId3" Type="http://schemas.openxmlformats.org/officeDocument/2006/relationships/customXml" Target="../ink/ink40.xml"/><Relationship Id="rId21" Type="http://schemas.openxmlformats.org/officeDocument/2006/relationships/customXml" Target="../ink/ink49.xml"/><Relationship Id="rId7" Type="http://schemas.openxmlformats.org/officeDocument/2006/relationships/customXml" Target="../ink/ink42.xml"/><Relationship Id="rId12" Type="http://schemas.openxmlformats.org/officeDocument/2006/relationships/image" Target="../media/image47.png"/><Relationship Id="rId17" Type="http://schemas.openxmlformats.org/officeDocument/2006/relationships/customXml" Target="../ink/ink47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customXml" Target="../ink/ink44.xml"/><Relationship Id="rId24" Type="http://schemas.openxmlformats.org/officeDocument/2006/relationships/image" Target="../media/image53.png"/><Relationship Id="rId5" Type="http://schemas.openxmlformats.org/officeDocument/2006/relationships/customXml" Target="../ink/ink41.xml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10" Type="http://schemas.openxmlformats.org/officeDocument/2006/relationships/image" Target="../media/image46.png"/><Relationship Id="rId19" Type="http://schemas.openxmlformats.org/officeDocument/2006/relationships/customXml" Target="../ink/ink48.xml"/><Relationship Id="rId4" Type="http://schemas.openxmlformats.org/officeDocument/2006/relationships/image" Target="../media/image43.png"/><Relationship Id="rId9" Type="http://schemas.openxmlformats.org/officeDocument/2006/relationships/customXml" Target="../ink/ink43.xml"/><Relationship Id="rId14" Type="http://schemas.openxmlformats.org/officeDocument/2006/relationships/image" Target="../media/image48.png"/><Relationship Id="rId2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78680-60FA-813B-525C-4805248FF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0BB5A-5806-DABD-994D-641EBE090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B5EB47-E45B-6569-408C-77497A17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985496"/>
            <a:ext cx="9383434" cy="4887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BCADE4A-D28C-1A89-D336-FD3D22356A9C}"/>
                  </a:ext>
                </a:extLst>
              </p14:cNvPr>
              <p14:cNvContentPartPr/>
              <p14:nvPr/>
            </p14:nvContentPartPr>
            <p14:xfrm>
              <a:off x="2495400" y="2314365"/>
              <a:ext cx="898560" cy="3632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BCADE4A-D28C-1A89-D336-FD3D22356A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9280" y="2308245"/>
                <a:ext cx="9108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40DE70B-E4AC-F8F1-E70A-DD7C61C2BDA9}"/>
                  </a:ext>
                </a:extLst>
              </p14:cNvPr>
              <p14:cNvContentPartPr/>
              <p14:nvPr/>
            </p14:nvContentPartPr>
            <p14:xfrm>
              <a:off x="5466480" y="2285565"/>
              <a:ext cx="658440" cy="3448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40DE70B-E4AC-F8F1-E70A-DD7C61C2BD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60360" y="2279445"/>
                <a:ext cx="670680" cy="35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66555318-C022-3AD9-A5DB-6FBAD10FB6ED}"/>
              </a:ext>
            </a:extLst>
          </p:cNvPr>
          <p:cNvGrpSpPr/>
          <p:nvPr/>
        </p:nvGrpSpPr>
        <p:grpSpPr>
          <a:xfrm>
            <a:off x="1085640" y="3257205"/>
            <a:ext cx="2818800" cy="329040"/>
            <a:chOff x="1085640" y="3257205"/>
            <a:chExt cx="281880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C4E3BA0-3F0C-AE40-C583-362883A7C9DA}"/>
                    </a:ext>
                  </a:extLst>
                </p14:cNvPr>
                <p14:cNvContentPartPr/>
                <p14:nvPr/>
              </p14:nvContentPartPr>
              <p14:xfrm>
                <a:off x="1806720" y="3266565"/>
                <a:ext cx="2097720" cy="3196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C4E3BA0-3F0C-AE40-C583-362883A7C9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0600" y="3260445"/>
                  <a:ext cx="21099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B4F3000-52FB-4365-439E-49F0475DD658}"/>
                    </a:ext>
                  </a:extLst>
                </p14:cNvPr>
                <p14:cNvContentPartPr/>
                <p14:nvPr/>
              </p14:nvContentPartPr>
              <p14:xfrm>
                <a:off x="1220280" y="3372045"/>
                <a:ext cx="589680" cy="1047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B4F3000-52FB-4365-439E-49F0475DD6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4160" y="3365925"/>
                  <a:ext cx="601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3CD8C30-A7EC-E8E2-CECB-2B135CF0ECC5}"/>
                    </a:ext>
                  </a:extLst>
                </p14:cNvPr>
                <p14:cNvContentPartPr/>
                <p14:nvPr/>
              </p14:nvContentPartPr>
              <p14:xfrm>
                <a:off x="1085640" y="3257205"/>
                <a:ext cx="219600" cy="2037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3CD8C30-A7EC-E8E2-CECB-2B135CF0EC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9520" y="3251085"/>
                  <a:ext cx="23184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8F264CC-14E3-5AF7-5C67-791EC4D1417C}"/>
              </a:ext>
            </a:extLst>
          </p:cNvPr>
          <p:cNvGrpSpPr/>
          <p:nvPr/>
        </p:nvGrpSpPr>
        <p:grpSpPr>
          <a:xfrm>
            <a:off x="1019400" y="2152005"/>
            <a:ext cx="1838160" cy="271080"/>
            <a:chOff x="1019400" y="2152005"/>
            <a:chExt cx="183816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1752D318-50D5-108D-3217-03C3B2AC627F}"/>
                    </a:ext>
                  </a:extLst>
                </p14:cNvPr>
                <p14:cNvContentPartPr/>
                <p14:nvPr/>
              </p14:nvContentPartPr>
              <p14:xfrm>
                <a:off x="1166640" y="2262525"/>
                <a:ext cx="1690920" cy="109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1752D318-50D5-108D-3217-03C3B2AC627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0520" y="2256405"/>
                  <a:ext cx="1703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F1BE2D0F-537B-054B-6545-8087D76CBD07}"/>
                    </a:ext>
                  </a:extLst>
                </p14:cNvPr>
                <p14:cNvContentPartPr/>
                <p14:nvPr/>
              </p14:nvContentPartPr>
              <p14:xfrm>
                <a:off x="1019400" y="2152005"/>
                <a:ext cx="181080" cy="2710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F1BE2D0F-537B-054B-6545-8087D76CBD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3280" y="2145885"/>
                  <a:ext cx="19332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C443DD6-CED8-171A-DDFD-2D0D49DC3A65}"/>
              </a:ext>
            </a:extLst>
          </p:cNvPr>
          <p:cNvGrpSpPr/>
          <p:nvPr/>
        </p:nvGrpSpPr>
        <p:grpSpPr>
          <a:xfrm>
            <a:off x="5971920" y="628485"/>
            <a:ext cx="1337040" cy="1800360"/>
            <a:chOff x="5971920" y="628485"/>
            <a:chExt cx="1337040" cy="18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28964A2-2901-48DF-84CF-5B1C472BD628}"/>
                    </a:ext>
                  </a:extLst>
                </p14:cNvPr>
                <p14:cNvContentPartPr/>
                <p14:nvPr/>
              </p14:nvContentPartPr>
              <p14:xfrm>
                <a:off x="5971920" y="667365"/>
                <a:ext cx="1287000" cy="17614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28964A2-2901-48DF-84CF-5B1C472BD6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65800" y="661245"/>
                  <a:ext cx="1299240" cy="17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20FEF06-429D-61E0-73D4-806388613DE6}"/>
                    </a:ext>
                  </a:extLst>
                </p14:cNvPr>
                <p14:cNvContentPartPr/>
                <p14:nvPr/>
              </p14:nvContentPartPr>
              <p14:xfrm>
                <a:off x="7172160" y="628485"/>
                <a:ext cx="136800" cy="1890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20FEF06-429D-61E0-73D4-806388613DE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66040" y="622365"/>
                  <a:ext cx="149040" cy="201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E4235E-98C1-BF6D-0128-4B6825D63725}"/>
              </a:ext>
            </a:extLst>
          </p:cNvPr>
          <p:cNvSpPr txBox="1"/>
          <p:nvPr/>
        </p:nvSpPr>
        <p:spPr>
          <a:xfrm>
            <a:off x="7229910" y="322994"/>
            <a:ext cx="17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Eliminar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F6299C0-044E-1024-1B7E-97FA3E36FBDF}"/>
              </a:ext>
            </a:extLst>
          </p:cNvPr>
          <p:cNvSpPr txBox="1"/>
          <p:nvPr/>
        </p:nvSpPr>
        <p:spPr>
          <a:xfrm>
            <a:off x="152625" y="1853997"/>
            <a:ext cx="17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Eliminar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C612805-331E-A4EE-0A38-0B5168556DFB}"/>
              </a:ext>
            </a:extLst>
          </p:cNvPr>
          <p:cNvSpPr txBox="1"/>
          <p:nvPr/>
        </p:nvSpPr>
        <p:spPr>
          <a:xfrm>
            <a:off x="-28731" y="2945622"/>
            <a:ext cx="1733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Modificar por :</a:t>
            </a:r>
          </a:p>
          <a:p>
            <a:r>
              <a:rPr lang="es-CR" dirty="0"/>
              <a:t>Redes de comunicación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405C815-EDCF-4590-1D6B-740424B238BD}"/>
              </a:ext>
            </a:extLst>
          </p:cNvPr>
          <p:cNvGrpSpPr/>
          <p:nvPr/>
        </p:nvGrpSpPr>
        <p:grpSpPr>
          <a:xfrm>
            <a:off x="4517064" y="3253896"/>
            <a:ext cx="1647720" cy="3006000"/>
            <a:chOff x="4517064" y="3253896"/>
            <a:chExt cx="1647720" cy="30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2FE6607-E226-C05A-BEC1-A40A78C4660E}"/>
                    </a:ext>
                  </a:extLst>
                </p14:cNvPr>
                <p14:cNvContentPartPr/>
                <p14:nvPr/>
              </p14:nvContentPartPr>
              <p14:xfrm>
                <a:off x="4628664" y="3253896"/>
                <a:ext cx="1536120" cy="3495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2FE6607-E226-C05A-BEC1-A40A78C4660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2544" y="3247776"/>
                  <a:ext cx="1548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D4850B3-438E-ACB4-9A44-870636573F03}"/>
                    </a:ext>
                  </a:extLst>
                </p14:cNvPr>
                <p14:cNvContentPartPr/>
                <p14:nvPr/>
              </p14:nvContentPartPr>
              <p14:xfrm>
                <a:off x="4523904" y="3498696"/>
                <a:ext cx="271080" cy="26823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D4850B3-438E-ACB4-9A44-870636573F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17784" y="3492576"/>
                  <a:ext cx="283320" cy="26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2B0B5D9-2B96-7B06-74BB-10291CAC8104}"/>
                    </a:ext>
                  </a:extLst>
                </p14:cNvPr>
                <p14:cNvContentPartPr/>
                <p14:nvPr/>
              </p14:nvContentPartPr>
              <p14:xfrm>
                <a:off x="4517064" y="6143976"/>
                <a:ext cx="139680" cy="115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2B0B5D9-2B96-7B06-74BB-10291CAC81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10944" y="6137856"/>
                  <a:ext cx="15192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00751611-E0AF-C1AE-3F10-9CE9EEC4F5D6}"/>
                  </a:ext>
                </a:extLst>
              </p14:cNvPr>
              <p14:cNvContentPartPr/>
              <p14:nvPr/>
            </p14:nvContentPartPr>
            <p14:xfrm>
              <a:off x="8292024" y="365616"/>
              <a:ext cx="1800" cy="3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00751611-E0AF-C1AE-3F10-9CE9EEC4F5D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85904" y="359496"/>
                <a:ext cx="1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279BD0C4-67C5-1C2E-3381-396E8EF875CF}"/>
                  </a:ext>
                </a:extLst>
              </p14:cNvPr>
              <p14:cNvContentPartPr/>
              <p14:nvPr/>
            </p14:nvContentPartPr>
            <p14:xfrm>
              <a:off x="8485344" y="402336"/>
              <a:ext cx="9720" cy="36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279BD0C4-67C5-1C2E-3381-396E8EF875C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79224" y="396216"/>
                <a:ext cx="2196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5F3DBE62-BDEF-3283-BB37-D9F64C6C7241}"/>
              </a:ext>
            </a:extLst>
          </p:cNvPr>
          <p:cNvSpPr txBox="1"/>
          <p:nvPr/>
        </p:nvSpPr>
        <p:spPr>
          <a:xfrm>
            <a:off x="3639264" y="6241190"/>
            <a:ext cx="217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Gestión de archivos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86A4675-C653-50E0-8718-49DAC5546BFD}"/>
              </a:ext>
            </a:extLst>
          </p:cNvPr>
          <p:cNvGrpSpPr/>
          <p:nvPr/>
        </p:nvGrpSpPr>
        <p:grpSpPr>
          <a:xfrm>
            <a:off x="7523424" y="2971296"/>
            <a:ext cx="3395160" cy="678240"/>
            <a:chOff x="7523424" y="2971296"/>
            <a:chExt cx="3395160" cy="6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28EC96D9-78B3-68CE-A553-53BEBCF1E09B}"/>
                    </a:ext>
                  </a:extLst>
                </p14:cNvPr>
                <p14:cNvContentPartPr/>
                <p14:nvPr/>
              </p14:nvContentPartPr>
              <p14:xfrm>
                <a:off x="7523424" y="3235896"/>
                <a:ext cx="1410840" cy="4136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28EC96D9-78B3-68CE-A553-53BEBCF1E0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17304" y="3229776"/>
                  <a:ext cx="14230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75C704F-3C56-2BB0-5A76-C37B2A2C1B47}"/>
                    </a:ext>
                  </a:extLst>
                </p14:cNvPr>
                <p14:cNvContentPartPr/>
                <p14:nvPr/>
              </p14:nvContentPartPr>
              <p14:xfrm>
                <a:off x="8924184" y="3035376"/>
                <a:ext cx="1919880" cy="3207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75C704F-3C56-2BB0-5A76-C37B2A2C1B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18064" y="3029256"/>
                  <a:ext cx="1932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ADCD6F1-75D2-0AFF-8369-4D27A5AC2364}"/>
                    </a:ext>
                  </a:extLst>
                </p14:cNvPr>
                <p14:cNvContentPartPr/>
                <p14:nvPr/>
              </p14:nvContentPartPr>
              <p14:xfrm>
                <a:off x="10817064" y="2971296"/>
                <a:ext cx="101520" cy="1292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ADCD6F1-75D2-0AFF-8369-4D27A5AC236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10944" y="2965176"/>
                  <a:ext cx="113760" cy="141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577E898-3C18-C6B7-CF9A-898C1F6C485E}"/>
              </a:ext>
            </a:extLst>
          </p:cNvPr>
          <p:cNvSpPr txBox="1"/>
          <p:nvPr/>
        </p:nvSpPr>
        <p:spPr>
          <a:xfrm>
            <a:off x="10918584" y="2423085"/>
            <a:ext cx="11972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100" dirty="0"/>
              <a:t>Herramientas de creación de contenido multimedia (editor de gráficos).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7FF97993-99E8-9FB7-659A-96BFC53344DE}"/>
                  </a:ext>
                </a:extLst>
              </p14:cNvPr>
              <p14:cNvContentPartPr/>
              <p14:nvPr/>
            </p14:nvContentPartPr>
            <p14:xfrm>
              <a:off x="2340864" y="4416336"/>
              <a:ext cx="1114920" cy="36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7FF97993-99E8-9FB7-659A-96BFC53344D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334744" y="4410216"/>
                <a:ext cx="1127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5DEC0A44-BC46-8A56-C11C-92175CEFFA7B}"/>
                  </a:ext>
                </a:extLst>
              </p14:cNvPr>
              <p14:cNvContentPartPr/>
              <p14:nvPr/>
            </p14:nvContentPartPr>
            <p14:xfrm>
              <a:off x="1839384" y="4244616"/>
              <a:ext cx="460080" cy="3268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5DEC0A44-BC46-8A56-C11C-92175CEFFA7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33264" y="4238496"/>
                <a:ext cx="472320" cy="33912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B5D3B920-3D79-317B-FA3B-BE1C0873BD5B}"/>
              </a:ext>
            </a:extLst>
          </p:cNvPr>
          <p:cNvSpPr txBox="1"/>
          <p:nvPr/>
        </p:nvSpPr>
        <p:spPr>
          <a:xfrm>
            <a:off x="123278" y="4180535"/>
            <a:ext cx="1195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Modificar por Evento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BF83ED9-7776-17E7-3779-30BC96103357}"/>
              </a:ext>
            </a:extLst>
          </p:cNvPr>
          <p:cNvGrpSpPr/>
          <p:nvPr/>
        </p:nvGrpSpPr>
        <p:grpSpPr>
          <a:xfrm>
            <a:off x="1139184" y="4471416"/>
            <a:ext cx="698760" cy="257400"/>
            <a:chOff x="1139184" y="4471416"/>
            <a:chExt cx="6987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15E80204-951E-2F9C-3146-454905F67748}"/>
                    </a:ext>
                  </a:extLst>
                </p14:cNvPr>
                <p14:cNvContentPartPr/>
                <p14:nvPr/>
              </p14:nvContentPartPr>
              <p14:xfrm>
                <a:off x="1237464" y="4471416"/>
                <a:ext cx="600480" cy="17892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15E80204-951E-2F9C-3146-454905F6774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31344" y="4465296"/>
                  <a:ext cx="612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AD187EC3-F6D2-D1EA-EDEB-285A02864E65}"/>
                    </a:ext>
                  </a:extLst>
                </p14:cNvPr>
                <p14:cNvContentPartPr/>
                <p14:nvPr/>
              </p14:nvContentPartPr>
              <p14:xfrm>
                <a:off x="1139184" y="4571856"/>
                <a:ext cx="95760" cy="1569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AD187EC3-F6D2-D1EA-EDEB-285A02864E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3064" y="4565736"/>
                  <a:ext cx="10800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6F0DE7EE-7002-FF4D-DEA5-0F3D63F8803D}"/>
                  </a:ext>
                </a:extLst>
              </p14:cNvPr>
              <p14:cNvContentPartPr/>
              <p14:nvPr/>
            </p14:nvContentPartPr>
            <p14:xfrm>
              <a:off x="5294304" y="4260816"/>
              <a:ext cx="542520" cy="26568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6F0DE7EE-7002-FF4D-DEA5-0F3D63F8803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288184" y="4254696"/>
                <a:ext cx="55476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upo 50">
            <a:extLst>
              <a:ext uri="{FF2B5EF4-FFF2-40B4-BE49-F238E27FC236}">
                <a16:creationId xmlns:a16="http://schemas.microsoft.com/office/drawing/2014/main" id="{99113176-B38F-E6B7-7B16-FCE294C2687E}"/>
              </a:ext>
            </a:extLst>
          </p:cNvPr>
          <p:cNvGrpSpPr/>
          <p:nvPr/>
        </p:nvGrpSpPr>
        <p:grpSpPr>
          <a:xfrm>
            <a:off x="4731984" y="4343256"/>
            <a:ext cx="1111320" cy="939960"/>
            <a:chOff x="4731984" y="4343256"/>
            <a:chExt cx="1111320" cy="9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5A6AC913-1894-82F2-2805-F4FEF4962FAB}"/>
                    </a:ext>
                  </a:extLst>
                </p14:cNvPr>
                <p14:cNvContentPartPr/>
                <p14:nvPr/>
              </p14:nvContentPartPr>
              <p14:xfrm>
                <a:off x="4731984" y="4416336"/>
                <a:ext cx="599400" cy="133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5A6AC913-1894-82F2-2805-F4FEF4962FA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25864" y="4410216"/>
                  <a:ext cx="611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ABFE8A2F-88AA-A545-42BA-D3AACC33DF49}"/>
                    </a:ext>
                  </a:extLst>
                </p14:cNvPr>
                <p14:cNvContentPartPr/>
                <p14:nvPr/>
              </p14:nvContentPartPr>
              <p14:xfrm>
                <a:off x="5842944" y="4343256"/>
                <a:ext cx="360" cy="1184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ABFE8A2F-88AA-A545-42BA-D3AACC33DF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36824" y="4337136"/>
                  <a:ext cx="12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DD681269-EDF9-DB3C-7BF6-B9F4DDF0D622}"/>
                    </a:ext>
                  </a:extLst>
                </p14:cNvPr>
                <p14:cNvContentPartPr/>
                <p14:nvPr/>
              </p14:nvContentPartPr>
              <p14:xfrm>
                <a:off x="5458104" y="4517136"/>
                <a:ext cx="74160" cy="6768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DD681269-EDF9-DB3C-7BF6-B9F4DDF0D62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51984" y="4511016"/>
                  <a:ext cx="8640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93FBE673-56CF-08F2-0D51-BD109925946C}"/>
                    </a:ext>
                  </a:extLst>
                </p14:cNvPr>
                <p14:cNvContentPartPr/>
                <p14:nvPr/>
              </p14:nvContentPartPr>
              <p14:xfrm>
                <a:off x="5385744" y="5144256"/>
                <a:ext cx="162000" cy="1389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93FBE673-56CF-08F2-0D51-BD109925946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79624" y="5138136"/>
                  <a:ext cx="174240" cy="151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8D14CF4-B306-5C26-CBE8-605B5A1BE6E7}"/>
              </a:ext>
            </a:extLst>
          </p:cNvPr>
          <p:cNvSpPr txBox="1"/>
          <p:nvPr/>
        </p:nvSpPr>
        <p:spPr>
          <a:xfrm>
            <a:off x="5343984" y="5238880"/>
            <a:ext cx="27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Variable.</a:t>
            </a:r>
          </a:p>
          <a:p>
            <a:r>
              <a:rPr lang="es-CR" dirty="0"/>
              <a:t>Estructuras  repetitivas.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62482732-D702-0ACB-3B3D-B619A5F4E475}"/>
              </a:ext>
            </a:extLst>
          </p:cNvPr>
          <p:cNvGrpSpPr/>
          <p:nvPr/>
        </p:nvGrpSpPr>
        <p:grpSpPr>
          <a:xfrm>
            <a:off x="1580184" y="5192496"/>
            <a:ext cx="1539360" cy="1093680"/>
            <a:chOff x="1580184" y="5192496"/>
            <a:chExt cx="1539360" cy="10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91ED3FB-218D-0ED9-7A36-36AD1947DB38}"/>
                    </a:ext>
                  </a:extLst>
                </p14:cNvPr>
                <p14:cNvContentPartPr/>
                <p14:nvPr/>
              </p14:nvContentPartPr>
              <p14:xfrm>
                <a:off x="1754424" y="5192496"/>
                <a:ext cx="1365120" cy="4773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91ED3FB-218D-0ED9-7A36-36AD1947DB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48304" y="5186376"/>
                  <a:ext cx="13773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694623C-6A85-0D94-B96E-E67831AAB665}"/>
                    </a:ext>
                  </a:extLst>
                </p14:cNvPr>
                <p14:cNvContentPartPr/>
                <p14:nvPr/>
              </p14:nvContentPartPr>
              <p14:xfrm>
                <a:off x="1650024" y="5605056"/>
                <a:ext cx="672480" cy="6249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694623C-6A85-0D94-B96E-E67831AAB66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43904" y="5598936"/>
                  <a:ext cx="68472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5804BF0-8258-D844-43AF-8C9D9F910678}"/>
                    </a:ext>
                  </a:extLst>
                </p14:cNvPr>
                <p14:cNvContentPartPr/>
                <p14:nvPr/>
              </p14:nvContentPartPr>
              <p14:xfrm>
                <a:off x="1580184" y="6107976"/>
                <a:ext cx="97920" cy="1782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5804BF0-8258-D844-43AF-8C9D9F91067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74064" y="6101856"/>
                  <a:ext cx="110160" cy="190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805F2E2-9F76-BD2F-3339-E35D082C385B}"/>
              </a:ext>
            </a:extLst>
          </p:cNvPr>
          <p:cNvSpPr txBox="1"/>
          <p:nvPr/>
        </p:nvSpPr>
        <p:spPr>
          <a:xfrm>
            <a:off x="423562" y="6094673"/>
            <a:ext cx="2925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/>
              <a:t>Modificar por:</a:t>
            </a:r>
          </a:p>
          <a:p>
            <a:r>
              <a:rPr lang="es-CR" sz="1200" dirty="0"/>
              <a:t>Operadores relacionales.</a:t>
            </a:r>
          </a:p>
          <a:p>
            <a:r>
              <a:rPr lang="es-CR" sz="1200" dirty="0"/>
              <a:t>Operadores Aritméticos.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5C4D2171-3946-DD88-5BE2-11FE0079F774}"/>
                  </a:ext>
                </a:extLst>
              </p14:cNvPr>
              <p14:cNvContentPartPr/>
              <p14:nvPr/>
            </p14:nvContentPartPr>
            <p14:xfrm>
              <a:off x="8458140" y="1246965"/>
              <a:ext cx="970920" cy="1116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5C4D2171-3946-DD88-5BE2-11FE0079F77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452020" y="1240845"/>
                <a:ext cx="98316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AD5E1B74-138A-0DCB-C894-B73F75832F3C}"/>
              </a:ext>
            </a:extLst>
          </p:cNvPr>
          <p:cNvGrpSpPr/>
          <p:nvPr/>
        </p:nvGrpSpPr>
        <p:grpSpPr>
          <a:xfrm>
            <a:off x="8943780" y="737205"/>
            <a:ext cx="539640" cy="444240"/>
            <a:chOff x="8943780" y="737205"/>
            <a:chExt cx="53964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1F6A2B4-07EB-A23B-2B49-58ADFAE40F09}"/>
                    </a:ext>
                  </a:extLst>
                </p14:cNvPr>
                <p14:cNvContentPartPr/>
                <p14:nvPr/>
              </p14:nvContentPartPr>
              <p14:xfrm>
                <a:off x="8943780" y="872925"/>
                <a:ext cx="281520" cy="3085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1F6A2B4-07EB-A23B-2B49-58ADFAE40F0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37660" y="866805"/>
                  <a:ext cx="293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7156750F-2FAB-F15C-C874-926285776F7A}"/>
                    </a:ext>
                  </a:extLst>
                </p14:cNvPr>
                <p14:cNvContentPartPr/>
                <p14:nvPr/>
              </p14:nvContentPartPr>
              <p14:xfrm>
                <a:off x="9143940" y="737205"/>
                <a:ext cx="339480" cy="1004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7156750F-2FAB-F15C-C874-926285776F7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37820" y="731085"/>
                  <a:ext cx="351720" cy="11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F0EA626-B616-BE9D-AF0D-CD9B900A9C6D}"/>
              </a:ext>
            </a:extLst>
          </p:cNvPr>
          <p:cNvSpPr txBox="1"/>
          <p:nvPr/>
        </p:nvSpPr>
        <p:spPr>
          <a:xfrm>
            <a:off x="9429060" y="142875"/>
            <a:ext cx="2381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Agregar: Saber Procedimental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DC8C1D65-8FD1-5911-5CCD-E948C5CB89BF}"/>
                  </a:ext>
                </a:extLst>
              </p14:cNvPr>
              <p14:cNvContentPartPr/>
              <p14:nvPr/>
            </p14:nvContentPartPr>
            <p14:xfrm>
              <a:off x="7543380" y="5019405"/>
              <a:ext cx="105480" cy="5328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DC8C1D65-8FD1-5911-5CCD-E948C5CB89B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537260" y="5013285"/>
                <a:ext cx="117720" cy="54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60812A85-2B40-40C4-3C35-F78330239643}"/>
              </a:ext>
            </a:extLst>
          </p:cNvPr>
          <p:cNvGrpSpPr/>
          <p:nvPr/>
        </p:nvGrpSpPr>
        <p:grpSpPr>
          <a:xfrm>
            <a:off x="7143060" y="4684965"/>
            <a:ext cx="4133880" cy="1011600"/>
            <a:chOff x="7143060" y="4684965"/>
            <a:chExt cx="4133880" cy="10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0BB80C3-4F74-F059-7489-F2262E9F1853}"/>
                    </a:ext>
                  </a:extLst>
                </p14:cNvPr>
                <p14:cNvContentPartPr/>
                <p14:nvPr/>
              </p14:nvContentPartPr>
              <p14:xfrm>
                <a:off x="7143060" y="4684965"/>
                <a:ext cx="3174840" cy="10116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0BB80C3-4F74-F059-7489-F2262E9F185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36940" y="4678845"/>
                  <a:ext cx="3187080" cy="10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E35D72C-7664-B524-07BA-4BA1EBFE047B}"/>
                    </a:ext>
                  </a:extLst>
                </p14:cNvPr>
                <p14:cNvContentPartPr/>
                <p14:nvPr/>
              </p14:nvContentPartPr>
              <p14:xfrm>
                <a:off x="10296300" y="4895205"/>
                <a:ext cx="838080" cy="2102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E35D72C-7664-B524-07BA-4BA1EBFE047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90180" y="4889085"/>
                  <a:ext cx="850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04093BC5-846F-8AE8-D83F-A9F77A9ED368}"/>
                    </a:ext>
                  </a:extLst>
                </p14:cNvPr>
                <p14:cNvContentPartPr/>
                <p14:nvPr/>
              </p14:nvContentPartPr>
              <p14:xfrm>
                <a:off x="10867980" y="4876485"/>
                <a:ext cx="408960" cy="1310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04093BC5-846F-8AE8-D83F-A9F77A9ED3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61860" y="4870365"/>
                  <a:ext cx="421200" cy="143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7E5FF60-558F-5226-2C6B-0286D34136E4}"/>
              </a:ext>
            </a:extLst>
          </p:cNvPr>
          <p:cNvSpPr txBox="1"/>
          <p:nvPr/>
        </p:nvSpPr>
        <p:spPr>
          <a:xfrm>
            <a:off x="7743825" y="4895205"/>
            <a:ext cx="208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/>
              <a:t>Los saberes procedimentales se abordan de manera transversal. 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6BA2154-A731-EFF3-3218-22FF3C833884}"/>
              </a:ext>
            </a:extLst>
          </p:cNvPr>
          <p:cNvSpPr txBox="1"/>
          <p:nvPr/>
        </p:nvSpPr>
        <p:spPr>
          <a:xfrm>
            <a:off x="11211569" y="3658746"/>
            <a:ext cx="10801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100" dirty="0"/>
              <a:t>Agregar esta pestaña en la que se explique que en la parte cognitiva se ven estos saberes. </a:t>
            </a:r>
          </a:p>
        </p:txBody>
      </p:sp>
    </p:spTree>
    <p:extLst>
      <p:ext uri="{BB962C8B-B14F-4D97-AF65-F5344CB8AC3E}">
        <p14:creationId xmlns:p14="http://schemas.microsoft.com/office/powerpoint/2010/main" val="211556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60CB2C-D2A2-323C-9E15-1AE479DB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62" y="2681289"/>
            <a:ext cx="4426839" cy="1737360"/>
          </a:xfrm>
        </p:spPr>
        <p:txBody>
          <a:bodyPr anchor="b">
            <a:normAutofit fontScale="90000"/>
          </a:bodyPr>
          <a:lstStyle/>
          <a:p>
            <a:r>
              <a:rPr lang="es-CR" dirty="0"/>
              <a:t>Agregar una pestaña o subtitulo  </a:t>
            </a:r>
            <a:r>
              <a:rPr lang="es-CR" b="1" dirty="0"/>
              <a:t>Saberes Actitudinales.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5F3E04-2555-9BF5-7567-D5978D81A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58404"/>
            <a:ext cx="6903720" cy="314119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B2ABC359-6320-BFAC-9B13-43768EA58CCA}"/>
              </a:ext>
            </a:extLst>
          </p:cNvPr>
          <p:cNvGrpSpPr/>
          <p:nvPr/>
        </p:nvGrpSpPr>
        <p:grpSpPr>
          <a:xfrm>
            <a:off x="2870520" y="1055445"/>
            <a:ext cx="5139360" cy="1308600"/>
            <a:chOff x="2870520" y="1055445"/>
            <a:chExt cx="5139360" cy="13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5D6C8A6B-FC8A-FE0D-60D5-6BDCA7C6B57F}"/>
                    </a:ext>
                  </a:extLst>
                </p14:cNvPr>
                <p14:cNvContentPartPr/>
                <p14:nvPr/>
              </p14:nvContentPartPr>
              <p14:xfrm>
                <a:off x="7334160" y="2057325"/>
                <a:ext cx="675720" cy="3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5D6C8A6B-FC8A-FE0D-60D5-6BDCA7C6B57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28040" y="2051205"/>
                  <a:ext cx="687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89030DBA-C5A1-B7F1-ED40-06C446026B09}"/>
                    </a:ext>
                  </a:extLst>
                </p14:cNvPr>
                <p14:cNvContentPartPr/>
                <p14:nvPr/>
              </p14:nvContentPartPr>
              <p14:xfrm>
                <a:off x="2870520" y="1055445"/>
                <a:ext cx="4835520" cy="13086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89030DBA-C5A1-B7F1-ED40-06C446026B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64400" y="1049325"/>
                  <a:ext cx="4847760" cy="13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344E0631-E522-C972-ED7C-496296952640}"/>
                  </a:ext>
                </a:extLst>
              </p14:cNvPr>
              <p14:cNvContentPartPr/>
              <p14:nvPr/>
            </p14:nvContentPartPr>
            <p14:xfrm>
              <a:off x="2755320" y="2233365"/>
              <a:ext cx="347760" cy="3268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344E0631-E522-C972-ED7C-4962969526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9200" y="2227245"/>
                <a:ext cx="360000" cy="33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957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B228E6-71F4-E4FB-A5D9-A777264A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1109339"/>
            <a:ext cx="9526329" cy="463932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988D118-AA56-B210-B2FA-992E67D3DA95}"/>
              </a:ext>
            </a:extLst>
          </p:cNvPr>
          <p:cNvSpPr txBox="1"/>
          <p:nvPr/>
        </p:nvSpPr>
        <p:spPr>
          <a:xfrm>
            <a:off x="227935" y="253365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Eliminar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12C717A-27F8-FDAB-7033-454B557D188C}"/>
              </a:ext>
            </a:extLst>
          </p:cNvPr>
          <p:cNvGrpSpPr/>
          <p:nvPr/>
        </p:nvGrpSpPr>
        <p:grpSpPr>
          <a:xfrm>
            <a:off x="5381160" y="944205"/>
            <a:ext cx="364680" cy="542160"/>
            <a:chOff x="5381160" y="944205"/>
            <a:chExt cx="36468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220C4A6-D49D-51F8-8748-B8499ACED3FF}"/>
                    </a:ext>
                  </a:extLst>
                </p14:cNvPr>
                <p14:cNvContentPartPr/>
                <p14:nvPr/>
              </p14:nvContentPartPr>
              <p14:xfrm>
                <a:off x="5381160" y="1059405"/>
                <a:ext cx="286200" cy="426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220C4A6-D49D-51F8-8748-B8499ACED3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75040" y="1053285"/>
                  <a:ext cx="2984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3FFDDA8-33BC-5DE6-EB36-25E06C63DEA8}"/>
                    </a:ext>
                  </a:extLst>
                </p14:cNvPr>
                <p14:cNvContentPartPr/>
                <p14:nvPr/>
              </p14:nvContentPartPr>
              <p14:xfrm>
                <a:off x="5638560" y="944205"/>
                <a:ext cx="107280" cy="1216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3FFDDA8-33BC-5DE6-EB36-25E06C63DE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32440" y="938085"/>
                  <a:ext cx="119520" cy="133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C281AA46-3580-B0AC-D99F-97BC10B3F817}"/>
              </a:ext>
            </a:extLst>
          </p:cNvPr>
          <p:cNvSpPr txBox="1"/>
          <p:nvPr/>
        </p:nvSpPr>
        <p:spPr>
          <a:xfrm>
            <a:off x="5667360" y="612187"/>
            <a:ext cx="1683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Eliminar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6D10454-90D4-9CA1-8357-1EC40E0F1490}"/>
              </a:ext>
            </a:extLst>
          </p:cNvPr>
          <p:cNvGrpSpPr/>
          <p:nvPr/>
        </p:nvGrpSpPr>
        <p:grpSpPr>
          <a:xfrm>
            <a:off x="1241520" y="2676525"/>
            <a:ext cx="682560" cy="144720"/>
            <a:chOff x="1241520" y="2676525"/>
            <a:chExt cx="68256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2F28C03E-A866-8CC9-4197-03121AABBE11}"/>
                    </a:ext>
                  </a:extLst>
                </p14:cNvPr>
                <p14:cNvContentPartPr/>
                <p14:nvPr/>
              </p14:nvContentPartPr>
              <p14:xfrm>
                <a:off x="1324680" y="2751405"/>
                <a:ext cx="599400" cy="396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2F28C03E-A866-8CC9-4197-03121AABBE1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18560" y="2745285"/>
                  <a:ext cx="611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97FDD47-F9A6-16DE-3356-0502D7AFEDE6}"/>
                    </a:ext>
                  </a:extLst>
                </p14:cNvPr>
                <p14:cNvContentPartPr/>
                <p14:nvPr/>
              </p14:nvContentPartPr>
              <p14:xfrm>
                <a:off x="1241520" y="2676525"/>
                <a:ext cx="87480" cy="1447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97FDD47-F9A6-16DE-3356-0502D7AFED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5400" y="2670405"/>
                  <a:ext cx="99720" cy="15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BF9EF94-7331-C3DE-8C33-1DF772D2A794}"/>
                  </a:ext>
                </a:extLst>
              </p14:cNvPr>
              <p14:cNvContentPartPr/>
              <p14:nvPr/>
            </p14:nvContentPartPr>
            <p14:xfrm>
              <a:off x="4924320" y="2856885"/>
              <a:ext cx="561240" cy="198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BF9EF94-7331-C3DE-8C33-1DF772D2A79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18200" y="2850765"/>
                <a:ext cx="5734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2EB16EF2-7659-B98A-312D-E671884C1732}"/>
                  </a:ext>
                </a:extLst>
              </p14:cNvPr>
              <p14:cNvContentPartPr/>
              <p14:nvPr/>
            </p14:nvContentPartPr>
            <p14:xfrm>
              <a:off x="7134000" y="2837085"/>
              <a:ext cx="675000" cy="111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2EB16EF2-7659-B98A-312D-E671884C173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27880" y="2830965"/>
                <a:ext cx="6872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4BF45D26-A555-A9D2-5D7B-5309A346FDA2}"/>
              </a:ext>
            </a:extLst>
          </p:cNvPr>
          <p:cNvGrpSpPr/>
          <p:nvPr/>
        </p:nvGrpSpPr>
        <p:grpSpPr>
          <a:xfrm>
            <a:off x="9534480" y="2800005"/>
            <a:ext cx="258120" cy="134640"/>
            <a:chOff x="9534480" y="2800005"/>
            <a:chExt cx="25812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C52CB71-CCC9-8CAE-3AC7-6E4047E6487E}"/>
                    </a:ext>
                  </a:extLst>
                </p14:cNvPr>
                <p14:cNvContentPartPr/>
                <p14:nvPr/>
              </p14:nvContentPartPr>
              <p14:xfrm>
                <a:off x="9534480" y="2838165"/>
                <a:ext cx="258120" cy="3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C52CB71-CCC9-8CAE-3AC7-6E4047E6487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28360" y="2832045"/>
                  <a:ext cx="270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7F4C0C3-D7E5-78C8-813E-06255182056D}"/>
                    </a:ext>
                  </a:extLst>
                </p14:cNvPr>
                <p14:cNvContentPartPr/>
                <p14:nvPr/>
              </p14:nvContentPartPr>
              <p14:xfrm>
                <a:off x="9667680" y="2800005"/>
                <a:ext cx="7920" cy="1346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7F4C0C3-D7E5-78C8-813E-0625518205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61560" y="2793885"/>
                  <a:ext cx="2016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D2ECD3F8-4F5F-8BFC-33A1-CDD1DA8812D9}"/>
                  </a:ext>
                </a:extLst>
              </p14:cNvPr>
              <p14:cNvContentPartPr/>
              <p14:nvPr/>
            </p14:nvContentPartPr>
            <p14:xfrm>
              <a:off x="7514880" y="2800005"/>
              <a:ext cx="360" cy="7488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D2ECD3F8-4F5F-8BFC-33A1-CDD1DA8812D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08760" y="2793885"/>
                <a:ext cx="126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FF446F97-D41C-F30B-FEBB-716048F29CB7}"/>
                  </a:ext>
                </a:extLst>
              </p14:cNvPr>
              <p14:cNvContentPartPr/>
              <p14:nvPr/>
            </p14:nvContentPartPr>
            <p14:xfrm>
              <a:off x="5152920" y="2752485"/>
              <a:ext cx="61200" cy="14868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FF446F97-D41C-F30B-FEBB-716048F29C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46800" y="2746365"/>
                <a:ext cx="73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00CAC7F3-3E53-2D24-E915-56ED62D73AB2}"/>
                  </a:ext>
                </a:extLst>
              </p14:cNvPr>
              <p14:cNvContentPartPr/>
              <p14:nvPr/>
            </p14:nvContentPartPr>
            <p14:xfrm>
              <a:off x="7486440" y="2752485"/>
              <a:ext cx="73800" cy="17352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00CAC7F3-3E53-2D24-E915-56ED62D73AB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80320" y="2746365"/>
                <a:ext cx="86040" cy="18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586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80</Words>
  <Application>Microsoft Office PowerPoint</Application>
  <PresentationFormat>Panorámica</PresentationFormat>
  <Paragraphs>18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Agregar una pestaña o subtitulo  Saberes Actitudinales.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Heidi Maria Cascante Cruz</dc:creator>
  <cp:lastModifiedBy>Heidi Maria Cascante Cruz</cp:lastModifiedBy>
  <cp:revision>1</cp:revision>
  <dcterms:created xsi:type="dcterms:W3CDTF">2026-09-28T14:33:06Z</dcterms:created>
  <dcterms:modified xsi:type="dcterms:W3CDTF">2026-09-28T15:15:15Z</dcterms:modified>
</cp:coreProperties>
</file>